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628c43e3d94cbc" /><Relationship Type="http://schemas.openxmlformats.org/officeDocument/2006/relationships/extended-properties" Target="/docProps/app.xml" Id="Rbd77c52bc2194960" /><Relationship Type="http://schemas.openxmlformats.org/officeDocument/2006/relationships/officeDocument" Target="/ppt/presentation.xml" Id="R66cc6c0b8ce549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1bcf749e53445a"/>
  </p:sldMasterIdLst>
  <p:notesMasterIdLst>
    <p:notesMasterId xmlns:r="http://schemas.openxmlformats.org/officeDocument/2006/relationships" r:id="R52ad3832b9de454b"/>
  </p:notesMasterIdLst>
  <p:sldIdLst>
    <p:sldId xmlns:r="http://schemas.openxmlformats.org/officeDocument/2006/relationships" id="256" r:id="R5129924a94214a0d"/>
    <p:sldId xmlns:r="http://schemas.openxmlformats.org/officeDocument/2006/relationships" id="257" r:id="R5db706a6123c4728"/>
    <p:sldId xmlns:r="http://schemas.openxmlformats.org/officeDocument/2006/relationships" id="258" r:id="R7cb4c08f7533457a"/>
    <p:sldId xmlns:r="http://schemas.openxmlformats.org/officeDocument/2006/relationships" id="259" r:id="R3832efbb779b48f0"/>
    <p:sldId xmlns:r="http://schemas.openxmlformats.org/officeDocument/2006/relationships" id="260" r:id="Ra75c5f20ff1d4dad"/>
    <p:sldId xmlns:r="http://schemas.openxmlformats.org/officeDocument/2006/relationships" id="261" r:id="R2b5aed2b3573466b"/>
    <p:sldId xmlns:r="http://schemas.openxmlformats.org/officeDocument/2006/relationships" id="262" r:id="Rb61021adfe534512"/>
    <p:sldId xmlns:r="http://schemas.openxmlformats.org/officeDocument/2006/relationships" id="263" r:id="R3116620580744296"/>
    <p:sldId xmlns:r="http://schemas.openxmlformats.org/officeDocument/2006/relationships" id="264" r:id="R4bfa7cdeac91458d"/>
    <p:sldId xmlns:r="http://schemas.openxmlformats.org/officeDocument/2006/relationships" id="265" r:id="Rabd6ba4c30d84f3a"/>
    <p:sldId xmlns:r="http://schemas.openxmlformats.org/officeDocument/2006/relationships" id="266" r:id="R5299ed29a7e642a9"/>
    <p:sldId xmlns:r="http://schemas.openxmlformats.org/officeDocument/2006/relationships" id="267" r:id="Rcd51c250fc7c4d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77771c74224e25" /><Relationship Type="http://schemas.openxmlformats.org/officeDocument/2006/relationships/slideMaster" Target="/ppt/slideMasters/slideMaster1.xml" Id="Rb21bcf749e53445a" /><Relationship Type="http://schemas.openxmlformats.org/officeDocument/2006/relationships/notesMaster" Target="/ppt/notesMasters/notesMaster1.xml" Id="R52ad3832b9de454b" /><Relationship Type="http://schemas.openxmlformats.org/officeDocument/2006/relationships/presProps" Target="/ppt/presProps.xml" Id="R1cec0006a5df4b32" /><Relationship Type="http://schemas.openxmlformats.org/officeDocument/2006/relationships/tableStyles" Target="/ppt/tableStyles.xml" Id="R450c520d4d7c491a" /><Relationship Type="http://schemas.openxmlformats.org/officeDocument/2006/relationships/slide" Target="/ppt/slides/slide1.xml" Id="R5129924a94214a0d" /><Relationship Type="http://schemas.openxmlformats.org/officeDocument/2006/relationships/slide" Target="/ppt/slides/slide2.xml" Id="R5db706a6123c4728" /><Relationship Type="http://schemas.openxmlformats.org/officeDocument/2006/relationships/slide" Target="/ppt/slides/slide3.xml" Id="R7cb4c08f7533457a" /><Relationship Type="http://schemas.openxmlformats.org/officeDocument/2006/relationships/slide" Target="/ppt/slides/slide4.xml" Id="R3832efbb779b48f0" /><Relationship Type="http://schemas.openxmlformats.org/officeDocument/2006/relationships/slide" Target="/ppt/slides/slide5.xml" Id="Ra75c5f20ff1d4dad" /><Relationship Type="http://schemas.openxmlformats.org/officeDocument/2006/relationships/slide" Target="/ppt/slides/slide6.xml" Id="R2b5aed2b3573466b" /><Relationship Type="http://schemas.openxmlformats.org/officeDocument/2006/relationships/slide" Target="/ppt/slides/slide7.xml" Id="Rb61021adfe534512" /><Relationship Type="http://schemas.openxmlformats.org/officeDocument/2006/relationships/slide" Target="/ppt/slides/slide8.xml" Id="R3116620580744296" /><Relationship Type="http://schemas.openxmlformats.org/officeDocument/2006/relationships/slide" Target="/ppt/slides/slide9.xml" Id="R4bfa7cdeac91458d" /><Relationship Type="http://schemas.openxmlformats.org/officeDocument/2006/relationships/slide" Target="/ppt/slides/slide10.xml" Id="Rabd6ba4c30d84f3a" /><Relationship Type="http://schemas.openxmlformats.org/officeDocument/2006/relationships/slide" Target="/ppt/slides/slide11.xml" Id="R5299ed29a7e642a9" /><Relationship Type="http://schemas.openxmlformats.org/officeDocument/2006/relationships/slide" Target="/ppt/slides/slide12.xml" Id="Rcd51c250fc7c4d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5e290cf4f14f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a9034c1b794304" /><Relationship Type="http://schemas.openxmlformats.org/officeDocument/2006/relationships/notesMaster" Target="/ppt/notesMasters/notesMaster1.xml" Id="R39e6c902cde14f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2c7cf2d06f4708" /><Relationship Type="http://schemas.openxmlformats.org/officeDocument/2006/relationships/notesMaster" Target="/ppt/notesMasters/notesMaster1.xml" Id="R79adbd2e8abe4c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adef6e43ec4c1d" /><Relationship Type="http://schemas.openxmlformats.org/officeDocument/2006/relationships/notesMaster" Target="/ppt/notesMasters/notesMaster1.xml" Id="R47f12306136a4d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aaac1cf2924f9a" /><Relationship Type="http://schemas.openxmlformats.org/officeDocument/2006/relationships/notesMaster" Target="/ppt/notesMasters/notesMaster1.xml" Id="R15b270082b1742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38d59206ec4df0" /><Relationship Type="http://schemas.openxmlformats.org/officeDocument/2006/relationships/notesMaster" Target="/ppt/notesMasters/notesMaster1.xml" Id="R3bc69bb21b584a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2d5fb100724e4f" /><Relationship Type="http://schemas.openxmlformats.org/officeDocument/2006/relationships/notesMaster" Target="/ppt/notesMasters/notesMaster1.xml" Id="R5de1d58dbf0c48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dcc7ed1c484d04" /><Relationship Type="http://schemas.openxmlformats.org/officeDocument/2006/relationships/notesMaster" Target="/ppt/notesMasters/notesMaster1.xml" Id="R59f17bcbb1ee4d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f58b46679c4309" /><Relationship Type="http://schemas.openxmlformats.org/officeDocument/2006/relationships/notesMaster" Target="/ppt/notesMasters/notesMaster1.xml" Id="R03c0f6166b0b40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092fd7d2dd4ade" /><Relationship Type="http://schemas.openxmlformats.org/officeDocument/2006/relationships/notesMaster" Target="/ppt/notesMasters/notesMaster1.xml" Id="R298d6e023f284a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b28582fa584d84" /><Relationship Type="http://schemas.openxmlformats.org/officeDocument/2006/relationships/notesMaster" Target="/ppt/notesMasters/notesMaster1.xml" Id="R67f72d154fce4e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71499d6d634b33" /><Relationship Type="http://schemas.openxmlformats.org/officeDocument/2006/relationships/notesMaster" Target="/ppt/notesMasters/notesMaster1.xml" Id="R3f180ab21dce46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32baf8cf034e24" /><Relationship Type="http://schemas.openxmlformats.org/officeDocument/2006/relationships/notesMaster" Target="/ppt/notesMasters/notesMaster1.xml" Id="R641e55cbeb6d4c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TeamTalk repository: README.md</a:t>
            </a:r>
          </a:p>
          <a:p xmlns:a="http://schemas.openxmlformats.org/drawingml/2006/main">
            <a:r>
              <a:t>- TeamTalk repository: LICENSE</a:t>
            </a:r>
          </a:p>
          <a:p xmlns:a="http://schemas.openxmlformats.org/drawingml/2006/main">
            <a:r>
              <a:t>- TeamTalk repository: doc/02-product/why-teamtalk.md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notes:</a:t>
            </a:r>
          </a:p>
          <a:p xmlns:a="http://schemas.openxmlformats.org/drawingml/2006/main">
            <a:r>
              <a:t>开场不要比较菜单数量。核心命题是：通用 SaaS 与重型专属工程之间，是否能出现一套标准化、完全开源、可长期接手的第三路径。TeamTalk 当前为 0.0.1 开发者预览，本页说明产品定位。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https://www.feishu.cn/service?tab=free</a:t>
            </a:r>
          </a:p>
          <a:p xmlns:a="http://schemas.openxmlformats.org/drawingml/2006/main">
            <a:r>
              <a:t>- https://www.dingtalk.com/</a:t>
            </a:r>
          </a:p>
          <a:p xmlns:a="http://schemas.openxmlformats.org/drawingml/2006/main">
            <a:r>
              <a:t>- https://work.weixin.qq.com/</a:t>
            </a:r>
          </a:p>
          <a:p xmlns:a="http://schemas.openxmlformats.org/drawingml/2006/main">
            <a:r>
              <a:t>- TeamTalk repository: doc/02-product/why-teamtalk.md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notes:</a:t>
            </a:r>
          </a:p>
          <a:p xmlns:a="http://schemas.openxmlformats.org/drawingml/2006/main">
            <a:r>
              <a:t>这不是排行榜。成熟 SaaS 服务绝大多数标准需求；TeamTalk 只在控制权、深度改造和长期接手的价值高于自维护成本时成立。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TeamTalk repository: doc/02-product/why-teamtalk.md</a:t>
            </a:r>
          </a:p>
          <a:p xmlns:a="http://schemas.openxmlformats.org/drawingml/2006/main">
            <a:r>
              <a:t>- https://www.gjbmj.gov.cn/n1/2024/0227/c409088-40184579.html</a:t>
            </a:r>
          </a:p>
          <a:p xmlns:a="http://schemas.openxmlformats.org/drawingml/2006/main">
            <a:r>
              <a:t>- https://www.gjbmj.gov.cn/n1/2021/1224/c441634-32316231.html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notes:</a:t>
            </a:r>
          </a:p>
          <a:p xmlns:a="http://schemas.openxmlformats.org/drawingml/2006/main">
            <a:r>
              <a:t>小团队通常应直接用成熟免费产品。早期主市场是数十到千人左右、已形成数据和行业流程但无法承担重型专属工程的组织。真正涉密项目必须依法定级并由有资质伙伴承接，TeamTalk 当前不能宣称涉密就绪。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https://www.feishu.cn/</a:t>
            </a:r>
          </a:p>
          <a:p xmlns:a="http://schemas.openxmlformats.org/drawingml/2006/main">
            <a:r>
              <a:t>- https://open.feishu.cn/</a:t>
            </a:r>
          </a:p>
          <a:p xmlns:a="http://schemas.openxmlformats.org/drawingml/2006/main">
            <a:r>
              <a:t>- https://www.dingtalk.com/</a:t>
            </a:r>
          </a:p>
          <a:p xmlns:a="http://schemas.openxmlformats.org/drawingml/2006/main">
            <a:r>
              <a:t>- https://open.dingtalk.com/</a:t>
            </a:r>
          </a:p>
          <a:p xmlns:a="http://schemas.openxmlformats.org/drawingml/2006/main">
            <a:r>
              <a:t>- https://www.tencent.net.cn/zh-cn/products/wecom/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notes:</a:t>
            </a:r>
          </a:p>
          <a:p xmlns:a="http://schemas.openxmlformats.org/drawingml/2006/main">
            <a:r>
              <a:t>飞书、钉钉的开放平台和 AI 工程都很成熟；钉钉有专属/专有形态，飞书也披露过大型银行本地化案例。差异不是‘竞品不能做’，而是完整源码、运行栈和演进权是否作为标准边界交给客户。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TeamTalk repository: doc/02-product/why-teamtalk.md</a:t>
            </a:r>
          </a:p>
          <a:p xmlns:a="http://schemas.openxmlformats.org/drawingml/2006/main">
            <a:r>
              <a:t>- https://www.feishu.cn/content/wechat_post_2054</a:t>
            </a:r>
          </a:p>
          <a:p xmlns:a="http://schemas.openxmlformats.org/drawingml/2006/main">
            <a:r>
              <a:t>- https://www.on-premises.dingtalk.com/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notes:</a:t>
            </a:r>
          </a:p>
          <a:p xmlns:a="http://schemas.openxmlformats.org/drawingml/2006/main">
            <a:r>
              <a:t>不要说竞品一定亏损或代码差。可表达为结构性判断：服务海量多租户的组织与技术复杂度，在专属项目中可能转化为沟通、回归、云资源和长期维护的‘平台复杂度溢价’。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TeamTalk repository: doc/02-product/why-teamtalk.md</a:t>
            </a:r>
          </a:p>
          <a:p xmlns:a="http://schemas.openxmlformats.org/drawingml/2006/main">
            <a:r>
              <a:t>- TeamTalk repository: doc/03-architecture/README.md</a:t>
            </a:r>
          </a:p>
          <a:p xmlns:a="http://schemas.openxmlformats.org/drawingml/2006/main">
            <a:r>
              <a:t>- TeamTalk repository: doc/08-development/engineering-rules.md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notes:</a:t>
            </a:r>
          </a:p>
          <a:p xmlns:a="http://schemas.openxmlformats.org/drawingml/2006/main">
            <a:r>
              <a:t>90%—95% 不是硬性代码计量，而是治理原则。标准内核吸收通用能力与修复，客户只维护真正独有的配置、连接器和行业模块。这样核心团队、伙伴和客户 IT 才能共同维护。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TeamTalk repository: doc/02-product/capabilities.md</a:t>
            </a:r>
          </a:p>
          <a:p xmlns:a="http://schemas.openxmlformats.org/drawingml/2006/main">
            <a:r>
              <a:t>- TeamTalk repository: doc/10-reference/feature-status.md</a:t>
            </a:r>
          </a:p>
          <a:p xmlns:a="http://schemas.openxmlformats.org/drawingml/2006/main">
            <a:r>
              <a:t>- TeamTalk repository: doc/09-testing/README.md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notes:</a:t>
            </a:r>
          </a:p>
          <a:p xmlns:a="http://schemas.openxmlformats.org/drawingml/2006/main">
            <a:r>
              <a:t>当前 IM 主链、组织目录、消息搜索、富媒体、Desktop/Android、无头 SDK 与私有部署可用。0.0.1 开发者预览具备版本化发行流程和冻结协议基线。完整备份恢复、管理后台治理及办公套件广度仍需补齐。Linux、Apple Silicon 媒体以及未覆盖的 DPI/多屏组合按实际交付范围验收。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https://www.apache.org/licenses/LICENSE-2.0</a:t>
            </a:r>
          </a:p>
          <a:p xmlns:a="http://schemas.openxmlformats.org/drawingml/2006/main">
            <a:r>
              <a:t>- TeamTalk repository: LICENSE</a:t>
            </a:r>
          </a:p>
          <a:p xmlns:a="http://schemas.openxmlformats.org/drawingml/2006/main">
            <a:r>
              <a:t>- TeamTalk repository: doc/02-product/why-teamtalk.md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notes:</a:t>
            </a:r>
          </a:p>
          <a:p xmlns:a="http://schemas.openxmlformats.org/drawingml/2006/main">
            <a:r>
              <a:t>Apache-2.0 允许使用、修改、商业分发和闭源衍生，并要求保留许可证/归属和标记修改。TeamTalk 早期不收产品或席位费，收入来自咨询、升级方案、可靠性、行业集成和联合交付。第三方组件继续适用各自许可证。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https://www.feishu.cn/content/kdvbmrpn</a:t>
            </a:r>
          </a:p>
          <a:p xmlns:a="http://schemas.openxmlformats.org/drawingml/2006/main">
            <a:r>
              <a:t>- https://www.dingtalk.com/qidian/page-lrMDiA1S.html</a:t>
            </a:r>
          </a:p>
          <a:p xmlns:a="http://schemas.openxmlformats.org/drawingml/2006/main">
            <a:r>
              <a:t>- TeamTalk repository: doc/05-clients/notification-bots.md</a:t>
            </a:r>
          </a:p>
          <a:p xmlns:a="http://schemas.openxmlformats.org/drawingml/2006/main">
            <a:r>
              <a:t>- TeamTalk repository: doc/10-reference/roadmap.md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notes:</a:t>
            </a:r>
          </a:p>
          <a:p xmlns:a="http://schemas.openxmlformats.org/drawingml/2006/main">
            <a:r>
              <a:t>不要把飞书或钉钉 AI 说成简单包装。TeamTalk 当前只有通信链基础：AutomationBot 主要单向通知，ImBot/tt-agent 仍借用 HUMAN 账号，MCP 也只是基础映射。AI 员工的一等身份、任务收据、知识访问、模型治理和生命周期属于下一阶段。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TeamTalk repository: doc/02-product/why-teamtalk.md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notes:</a:t>
            </a:r>
          </a:p>
          <a:p xmlns:a="http://schemas.openxmlformats.org/drawingml/2006/main">
            <a:r>
              <a:t>行业洞察来自客户主动咨询、联合设计、实施合作和行业交流，不来自读取客户聊天或文档。长期收入可来自应用、AI 岗位技能以及差旅/采购等由客户主动选择的交易服务；官方制定兼容标准，但不强制捆绑。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TeamTalk repository: doc/09-testing/README.md</a:t>
            </a:r>
          </a:p>
          <a:p xmlns:a="http://schemas.openxmlformats.org/drawingml/2006/main">
            <a:r>
              <a:t>- TeamTalk repository: doc/09-testing/deployment-acceptance.md</a:t>
            </a:r>
          </a:p>
          <a:p xmlns:a="http://schemas.openxmlformats.org/drawingml/2006/main">
            <a:r>
              <a:t>- TeamTalk repository: doc/02-product/why-teamtalk.md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notes:</a:t>
            </a:r>
          </a:p>
          <a:p xmlns:a="http://schemas.openxmlformats.org/drawingml/2006/main">
            <a:r>
              <a:t>POC 选择一个真实工作流，验证部署、双端、深改、故障恢复、数据导出和三年 TCO。断线测试只隔离目标应用端点，绝不关闭测试主机网络。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TeamTalk repository: LICENSE</a:t>
            </a:r>
          </a:p>
          <a:p xmlns:a="http://schemas.openxmlformats.org/drawingml/2006/main">
            <a:r>
              <a:t>- TeamTalk repository: doc/02-product/why-teamtalk.md</a:t>
            </a:r>
          </a:p>
          <a:p xmlns:a="http://schemas.openxmlformats.org/drawingml/2006/main">
            <a:r>
              <a:t>- TeamTalk repository: doc/10-reference/roadmap.md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notes:</a:t>
            </a:r>
          </a:p>
          <a:p xmlns:a="http://schemas.openxmlformats.org/drawingml/2006/main">
            <a:r>
              <a:t>收尾不要承诺全面替代。标准化需求优先成熟套件；当私有部署、深度改造、受控网络和长期接手本身具有业务价值时，TeamTalk 才值得进入 POC。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4a30ca274c44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a988cd52254922" /><Relationship Type="http://schemas.openxmlformats.org/officeDocument/2006/relationships/slideLayout" Target="/ppt/slideLayouts/slideLayout1.xml" Id="R6f920e0069e342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920e0069e342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b6a7ad0954acb" /><Relationship Type="http://schemas.openxmlformats.org/officeDocument/2006/relationships/notesSlide" Target="/ppt/notesSlides/notesSlide1.xml" Id="Rad363000dcd345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7183d84d44aac" /><Relationship Type="http://schemas.openxmlformats.org/officeDocument/2006/relationships/notesSlide" Target="/ppt/notesSlides/notesSlide2.xml" Id="R36d131cb0a5947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968021442496b" /><Relationship Type="http://schemas.openxmlformats.org/officeDocument/2006/relationships/notesSlide" Target="/ppt/notesSlides/notesSlide3.xml" Id="R56e3a3395a684c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e93666b244593" /><Relationship Type="http://schemas.openxmlformats.org/officeDocument/2006/relationships/notesSlide" Target="/ppt/notesSlides/notesSlide4.xml" Id="R1a51e2f41b8641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fa497bd2c45aa" /><Relationship Type="http://schemas.openxmlformats.org/officeDocument/2006/relationships/notesSlide" Target="/ppt/notesSlides/notesSlide5.xml" Id="R540a292c57b04f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f672eebc249e5" /><Relationship Type="http://schemas.openxmlformats.org/officeDocument/2006/relationships/notesSlide" Target="/ppt/notesSlides/notesSlide6.xml" Id="Rb19ffa03b1ac40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43c226c0f4805" /><Relationship Type="http://schemas.openxmlformats.org/officeDocument/2006/relationships/notesSlide" Target="/ppt/notesSlides/notesSlide7.xml" Id="R3b6f1fa7d5964c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d08df70824a2a" /><Relationship Type="http://schemas.openxmlformats.org/officeDocument/2006/relationships/notesSlide" Target="/ppt/notesSlides/notesSlide8.xml" Id="Rb472541e089945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3e1c1e5af461a" /><Relationship Type="http://schemas.openxmlformats.org/officeDocument/2006/relationships/notesSlide" Target="/ppt/notesSlides/notesSlide9.xml" Id="Rfe3f2daaf1874c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4eafeb72e41b0" /><Relationship Type="http://schemas.openxmlformats.org/officeDocument/2006/relationships/notesSlide" Target="/ppt/notesSlides/notesSlide10.xml" Id="R23b2ecb227834e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017f80ca64078" /><Relationship Type="http://schemas.openxmlformats.org/officeDocument/2006/relationships/notesSlide" Target="/ppt/notesSlides/notesSlide11.xml" Id="R2ff087b2c8fe44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48a989235486b" /><Relationship Type="http://schemas.openxmlformats.org/officeDocument/2006/relationships/notesSlide" Target="/ppt/notesSlides/notesSlide12.xml" Id="R29e98546ea664b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1CABE7-BD09-4DF6-8242-76A0947E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TEAMTALK / BUSINESS 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F1492-BC6F-4629-9312-FAD59742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5715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TeamTalk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不是第四个飞书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0DF47-1E24-4754-AE4E-7A87A55E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5381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它是一条第三路径：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让组织用可承担的成本，拥有自己的协作系统。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6CEAB-094E-49A1-B721-DAB8A00F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面向企业经营者、政企客户与交付伙伴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A0701-3FD5-4617-9659-38690901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4350"/>
            <a:ext cx="4991100" cy="5429250"/>
          </a:xfrm>
          <a:prstGeom xmlns:a="http://schemas.openxmlformats.org/drawingml/2006/main" prst="roundRect">
            <a:avLst>
              <a:gd name="adj" fmla="val 1527"/>
            </a:avLst>
          </a:prstGeom>
          <a:solidFill xmlns:a="http://schemas.openxmlformats.org/drawingml/2006/main">
            <a:srgbClr val="DF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8ABAE-7AA9-435C-8DC8-6D286D9E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990600"/>
            <a:ext cx="4076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第三条路径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EA7D2-877C-4C2B-84EE-3DBC3BE1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1600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B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3BA4F-B18F-4DDA-A429-D1E66A03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622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完全开源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03A105-7AB2-4443-974B-32FACD89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90750"/>
            <a:ext cx="1600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B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1A2B8F-305A-4338-9E1C-0109B7E1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622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私有部署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7CF59-57F0-4526-9D24-535D4230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1600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B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9B141F-717B-42F8-BEFD-9B3F6324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标准内核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A13FE1-92D9-48E2-AC45-860D8D1A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57550"/>
            <a:ext cx="1600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B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1DEC61-DDA4-486C-AAE9-DE691152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290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深度定制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46A370-A8D0-4E65-8371-95866126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24350"/>
            <a:ext cx="1600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B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593924-DBDB-4427-8BFE-4E85428A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958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可接手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B3CF9B-4D8C-45AA-A253-76DF0EC1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324350"/>
            <a:ext cx="1600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B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EE86D7-932B-4836-9ECF-0C927C59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4958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AI 原生</a:t>
            </a:r>
          </a:p>
        </p:txBody>
      </p:sp>
    </p:spTree>
    <p:extLst>
      <p:ext uri="{BB962C8B-B14F-4D97-AF65-F5344CB8AC3E}">
        <p14:creationId xmlns:p14="http://schemas.microsoft.com/office/powerpoint/2010/main" val="6202519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9B378A-78AF-4887-9A5D-3D20535E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TEAMTALK / WHY 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60B16-DD91-482D-80DC-7F28E9C6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市场真正缺少的，不是另一套 SaaS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3A24D-B3A2-4D35-A028-258EC017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3344D-2137-4B65-8421-1E561B89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5A7F7-9649-4D54-BA85-724E0CB0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82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而是通用 SaaS 与重型专属工程之间的第三条路径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47447-BF37-4DBE-A6BF-009AEE68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194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435E9-770B-48F0-B540-8B7B6A31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成熟 SaaS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3DEAD-6B38-4EA2-9328-DE06BD10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功能完整、上线快；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组织接受平台边界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EFBBD-037D-453D-88AD-8A61CB17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1945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TeamTalk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A2E76-C5E4-42BD-89F1-422BF2D0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4335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标准化私有产品；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组织拥有系统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859DF0-723E-443C-9837-F213D9C5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即开即用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F4587D-B8D5-43CC-828D-AF3F4888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24500"/>
            <a:ext cx="809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17937D-C875-430F-9889-BA8DAA5A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911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长期可拥有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A67FC-EA38-4DF0-BB9F-5C8BCFDE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来源：厂商官网与 TeamTalk 仓库文档；核对于 2026-09-02</a:t>
            </a:r>
          </a:p>
        </p:txBody>
      </p:sp>
    </p:spTree>
    <p:extLst>
      <p:ext uri="{BB962C8B-B14F-4D97-AF65-F5344CB8AC3E}">
        <p14:creationId xmlns:p14="http://schemas.microsoft.com/office/powerpoint/2010/main" val="12043767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7EDB1D-690F-40AB-8AA9-4ACB9544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TEAMTALK / WHO BUYS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A907D-614B-4EE2-AD7D-5FEAF478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三类组织，三种购买逻辑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67AB3-258E-41E7-BB5A-97A5DD9E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80954-6B04-4664-A37C-F6ECFDFF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51B8B-6E3B-47AD-A272-803B7160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0F2EF-0EC1-4BD8-932A-EA429ECC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小团队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838D3-6E01-436C-9358-3A124DA9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4F46E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优先用成熟免费版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D1267-EE7F-4310-A986-59EAB0CD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标准需求、无需运维；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通常不是 TeamTalk 客户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D0EB6-180A-485D-A0F4-02D39017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809750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ADC1A-4485-43DF-B68A-C32B4B0A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1907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中型组织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008ED-872B-4C55-B45F-F8F26857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9718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TeamTalk 早期主场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648CFB-8CB5-4C08-9ACA-2D3E0D45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63855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数据已成资产；需要深改，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但养不起专属产品团队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1199DA-4820-493C-B620-9EF6D291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C1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46B20C-AE75-4411-9C66-EC1D8302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大型 / 政企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1C59BF-2BF5-4476-9175-25CAF18C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7C16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7C160"/>
                </a:solidFill>
                <a:latin typeface="PingFang SC"/>
                <a:ea typeface="PingFang SC"/>
                <a:cs typeface="PingFang SC"/>
              </a:rPr>
              <a:t>控制与接手优先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9D8691-5703-4563-996C-A8A2385D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受控网络、系统集成；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通过伙伴完成现场交付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34ED85-86B9-4007-9404-F44F1ACE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63092E-D3A9-4B38-9A87-64952BFC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人数不是唯一标准：真正的分界是标准需求，还是必须拥有、深改并长期接手系统。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6F6661-DB1C-403F-97D8-D22AD200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来源：TeamTalk 产品、架构与测试文档；核对于 2026-09-02</a:t>
            </a:r>
          </a:p>
        </p:txBody>
      </p:sp>
    </p:spTree>
    <p:extLst>
      <p:ext uri="{BB962C8B-B14F-4D97-AF65-F5344CB8AC3E}">
        <p14:creationId xmlns:p14="http://schemas.microsoft.com/office/powerpoint/2010/main" val="7257760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7EDB1D-690F-40AB-8AA9-4ACB9544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TEAMTALK / FAIR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A907D-614B-4EE2-AD7D-5FEAF478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先承认：成熟产品在各自战场上更强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67AB3-258E-41E7-BB5A-97A5DD9E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80954-6B04-4664-A37C-F6ECFDFF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51B8B-6E3B-47AD-A272-803B7160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0F2EF-0EC1-4BD8-932A-EA429ECC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飞书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838D3-6E01-436C-9358-3A124DA9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4F46E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知识协作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D1267-EE7F-4310-A986-59EAB0CD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消息、文档、会议、日历、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多维表格与知识库一体化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D0EB6-180A-485D-A0F4-02D39017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809750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ADC1A-4485-43DF-B68A-C32B4B0A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1907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钉钉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008ED-872B-4C55-B45F-F8F26857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9718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组织数字化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648CFB-8CB5-4C08-9ACA-2D3E0D45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63855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组织、人事、审批、考勤、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低代码、行业生态与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1199DA-4820-493C-B620-9EF6D291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C1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46B20C-AE75-4411-9C66-EC1D8302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企业微信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1C59BF-2BF5-4476-9175-25CAF18C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7C16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7C160"/>
                </a:solidFill>
                <a:latin typeface="PingFang SC"/>
                <a:ea typeface="PingFang SC"/>
                <a:cs typeface="PingFang SC"/>
              </a:rPr>
              <a:t>连接微信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9D8691-5703-4563-996C-A8A2385D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内部协同与微信客户、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伙伴和服务网络连接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34ED85-86B9-4007-9404-F44F1ACE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63092E-D3A9-4B38-9A87-64952BFC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TeamTalk 的成立不依赖贬低竞品，而依赖解决它们没有必要为每个客户深改的问题。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6F6661-DB1C-403F-97D8-D22AD200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来源：厂商官网与 TeamTalk 仓库文档；核对于 2026-09-02</a:t>
            </a:r>
          </a:p>
        </p:txBody>
      </p:sp>
    </p:spTree>
    <p:extLst>
      <p:ext uri="{BB962C8B-B14F-4D97-AF65-F5344CB8AC3E}">
        <p14:creationId xmlns:p14="http://schemas.microsoft.com/office/powerpoint/2010/main" val="7257760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D1C1E2-B222-4102-A10B-42B3F443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TEAMTALK / DELIVERY ECONOMICS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51CDC-0D2B-4572-AFF7-DBE2A3F0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大型专属方案，成本往往消耗在协作边界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0ECCC-9D9E-4525-8ED2-5CF6ABA4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28B42-496F-454D-9621-15682975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958CC-98C2-4777-A40D-FC57B70B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2BAFD-02C6-420C-8ADE-A74C164D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16311-9DDC-4AA8-8A31-5D224D00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销售售前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7410C-7453-4B28-AE2B-A40E9838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反复解释需求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D1324-136C-407B-884B-2DA600A8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43175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5C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31955D-ACBA-4C95-A258-1C195A28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000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7C763-F536-4601-9014-15840416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47650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DA458-5562-42AA-A45D-DD4F9E58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8003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架构路由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977CD6-8EDC-40B0-8AA4-468F363F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4290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拆解与派单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DE0E4E-4268-4435-A965-A4BC8401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43175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5C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68BA88-58E2-47B5-B57A-2B5A2E62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00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4EED3F-F923-4FAB-AC46-9E0563EE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E50EEA-F088-4B4C-AF54-A6614576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003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多团队开发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E9C718-62F5-4321-88B4-C2D59B86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290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跨边界协同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832141-F8FF-43E8-B930-E0124F41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43175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5C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6DE4E3-F384-4E9F-8CA9-835D8E80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00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E266BE-4FE7-4155-A3E8-2799B43C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47650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7F2726-0723-42E5-8D2F-0FBFBFA6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03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回归发布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E18092-1167-478F-9B31-C0C19EBA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290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扩大影响面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7F2AA9-C16A-4C38-8C77-BF7647AC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543175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5C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FA8C81-5C4D-4A1A-A99C-4FC1F11A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00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E70A87-FFA0-4CAF-B8F4-9D82486A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7650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6E8D99-9AE1-4352-B7D6-C404AEEE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003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长期运维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A41F96-7875-4DB3-B9FA-F8F18093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290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专属环境成本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2FC1A3-159C-45A8-94C1-770D83E0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0"/>
            <a:ext cx="111252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2E6FC7-6775-4CE9-9488-A9DA74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这不是某家厂商的成本披露，而是公共平台复杂度进入单一客户交付后的结构性推断。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A3F9C6-0DE1-4783-9C10-1FF6A01D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来源：厂商官网与 TeamTalk 仓库文档；核对于 2026-09-02</a:t>
            </a:r>
          </a:p>
        </p:txBody>
      </p:sp>
    </p:spTree>
    <p:extLst>
      <p:ext uri="{BB962C8B-B14F-4D97-AF65-F5344CB8AC3E}">
        <p14:creationId xmlns:p14="http://schemas.microsoft.com/office/powerpoint/2010/main" val="14530350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1C2DEE-2CD1-4275-AEFA-031BFF0C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TEAMTALK / PRODUCT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BEF86-7ECC-4DC8-BE44-B40B10F3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把 90%—95% 做成标准，把 5%—10% 留给客户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3E0A7-3235-455D-9C30-FE8DB7D8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7520E-72DF-4181-BDAE-57C996AA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3B245-B553-4EB2-B93A-EE882751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906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D75A4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D75A4A"/>
                </a:solidFill>
                <a:latin typeface="PingFang SC"/>
                <a:ea typeface="PingFang SC"/>
                <a:cs typeface="PingFang SC"/>
              </a:rPr>
              <a:t>90%—95%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41D13-754A-4489-9E1F-2A7B75EC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稳定、公开、持续升级的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TeamTalk 标准内核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62E11-1647-4FF9-98D4-C8B4D002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67000"/>
            <a:ext cx="1619250" cy="800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C4F8C-64BB-478A-A7AD-0A508EC2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67025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022537-A3D6-465E-83B7-56209CDD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812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5%—10%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4D51B2-AE75-4428-BC9F-BBF66362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19400"/>
            <a:ext cx="1866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F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CB60FE-1969-4D94-BE71-19994155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670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客户配置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86D539-4AFE-43A1-8149-E2F6A9C7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19400"/>
            <a:ext cx="1866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F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AC8EB2-2BB7-491D-8071-76FD96E6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670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系统连接器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CCCEA7-8FAB-4F74-9121-61C41724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0"/>
            <a:ext cx="1866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F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4AC7D4-3325-43EE-B874-C5AB51E1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718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行业模块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95FCB1-43FE-40BD-971D-7489A805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24250"/>
            <a:ext cx="1866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F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68F90A-C959-4BF7-B7FF-9C3B6345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718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现场适配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0F0277-E371-4B48-96DE-609F3C17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FAC5E3-CC2C-490E-A571-B3B66A97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差异留在边缘，共同修复回到主线；避免每个客户都变成无法升级的孤岛。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DACDCF-DCD6-4AAC-9000-E5DF98B1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来源：TeamTalk 产品、架构与测试文档；核对于 2026-09-02</a:t>
            </a:r>
          </a:p>
        </p:txBody>
      </p:sp>
    </p:spTree>
    <p:extLst>
      <p:ext uri="{BB962C8B-B14F-4D97-AF65-F5344CB8AC3E}">
        <p14:creationId xmlns:p14="http://schemas.microsoft.com/office/powerpoint/2010/main" val="17187876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D1C1E2-B222-4102-A10B-42B3F443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TEAMTALK / CURRENT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51CDC-0D2B-4572-AFF7-DBE2A3F0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TeamTalk 已有一条可验证的产品主链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0ECCC-9D9E-4525-8ED2-5CF6ABA4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28B42-496F-454D-9621-15682975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958CC-98C2-4777-A40D-FC57B70B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2BAFD-02C6-420C-8ADE-A74C164D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16311-9DDC-4AA8-8A31-5D224D00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协作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7410C-7453-4B28-AE2B-A40E9838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消息 / 搜索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D1324-136C-407B-884B-2DA600A8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43175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5C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31955D-ACBA-4C95-A258-1C195A28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000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7C763-F536-4601-9014-15840416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47650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DA458-5562-42AA-A45D-DD4F9E58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8003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组织资产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977CD6-8EDC-40B0-8AA4-468F363F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4290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组织 / 文档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DE0E4E-4268-4435-A965-A4BC8401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43175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5C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68BA88-58E2-47B5-B57A-2B5A2E62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00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4EED3F-F923-4FAB-AC46-9E0563EE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E50EEA-F088-4B4C-AF54-A6614576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003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双端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E9C718-62F5-4321-88B4-C2D59B86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290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Desktop / Android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832141-F8FF-43E8-B930-E0124F41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43175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5C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6DE4E3-F384-4E9F-8CA9-835D8E80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00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E266BE-4FE7-4155-A3E8-2799B43C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47650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7F2726-0723-42E5-8D2F-0FBFBFA6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03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可靠同步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E18092-1167-478F-9B31-C0C19EBA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290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本地 / 恢复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7F2AA9-C16A-4C38-8C77-BF7647AC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543175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5C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FA8C81-5C4D-4A1A-A99C-4FC1F11A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00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E70A87-FFA0-4CAF-B8F4-9D82486A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7650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6E8D99-9AE1-4352-B7D6-C404AEEE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003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私有交付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A41F96-7875-4DB3-B9FA-F8F18093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290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部署 / 验收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2FC1A3-159C-45A8-94C1-770D83E0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0"/>
            <a:ext cx="111252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2E6FC7-6775-4CE9-9488-A9DA74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0.0.1 开发者预览已有发行基线。备份恢复、任务、日历、会议与完整 AI 平台仍待建设。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A3F9C6-0DE1-4783-9C10-1FF6A01D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来源：TeamTalk 产品、架构与测试文档</a:t>
            </a:r>
          </a:p>
        </p:txBody>
      </p:sp>
    </p:spTree>
    <p:extLst>
      <p:ext uri="{BB962C8B-B14F-4D97-AF65-F5344CB8AC3E}">
        <p14:creationId xmlns:p14="http://schemas.microsoft.com/office/powerpoint/2010/main" val="14530350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9A7CC3-4C4C-4F9F-BE41-514D3609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TEAMTALK / OPEN 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6E207-BAC9-411B-B17B-675DA8F2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完全开源：产品免费，专业服务创造收入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847DA-A274-4BDC-8938-02C4F51F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8C760-F732-44E2-9844-FB07009A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EF451-83A7-4F03-B5DD-8F4E99C1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Apache-2.0 开放内核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00AA1-911A-40C8-B72C-C7FE387D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客户不按人数购买 TeamTalk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78C77-96E8-4845-BBDB-5ED6FFAF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62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29995-0453-4619-B471-8C03DA50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451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自行部署、修改和分发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A7061-0C0E-4918-8E4C-41529E00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62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9B9DB4-F09C-45FC-BB76-B8E280A3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451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选择自己的维护团队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C9C87-69A4-475E-9AA2-FF031D37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62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4388A0-C317-4977-B988-1E7178D3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451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代码、数据和构建可接手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E7B5C3-B725-4B82-947E-89ED65E1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62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6014C5-DA73-406B-B42C-99B3F037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451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允许商业与闭源衍生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49DE9A-B0D9-4E7B-B1D9-01F550A0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33550"/>
            <a:ext cx="190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0B943F-79F4-40FF-86C8-0EF45DA1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669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服务与伙伴交付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DA4B73-8CB1-406F-8680-A2E3EF2E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574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收费来自承担结果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80719F-2716-404A-81B1-4442A51A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8A73DB-3247-4DBF-8FCE-214ADCC0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451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架构评估与受控 POC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48D62F-255E-4C59-9AF7-8CEDD0E9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71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B8D196-F884-4064-94A3-7932409A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95700"/>
            <a:ext cx="451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部署、升级与可靠性保障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DA562D-AAF7-450B-962E-82F9AA72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2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27B8E1-F574-4D87-BFD6-B48BA4B0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51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政企联合投标与二线支持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2C37B2-4776-4317-82AC-AD41B943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76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733691-3A28-4B6D-AD6A-11438660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00600"/>
            <a:ext cx="451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行业集成和伙伴培训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5F022B-5F65-499C-8882-2A3551B0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864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核心不收费，服务有价格；系统归客户，生态靠选择。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1B8173-38D8-4393-AB82-17E260CF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来源：Apache-2.0、TeamTalk 商业路径；核对于 2026-09-02</a:t>
            </a:r>
          </a:p>
        </p:txBody>
      </p:sp>
    </p:spTree>
    <p:extLst>
      <p:ext uri="{BB962C8B-B14F-4D97-AF65-F5344CB8AC3E}">
        <p14:creationId xmlns:p14="http://schemas.microsoft.com/office/powerpoint/2010/main" val="19354105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9A7CC3-4C4C-4F9F-BE41-514D3609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TEAMTALK / AI-NATIVE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6E207-BAC9-411B-B17B-675DA8F2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AI 的机会：从插件变成组织中的正式协作者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847DA-A274-4BDC-8938-02C4F51F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8C760-F732-44E2-9844-FB07009A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EF451-83A7-4F03-B5DD-8F4E99C1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今天的基础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00AA1-911A-40C8-B72C-C7FE387D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AI 已能进入正式通信链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78C77-96E8-4845-BBDB-5ED6FFAF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62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29995-0453-4619-B471-8C03DA50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451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BOT 身份可发送通知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A7061-0C0E-4918-8E4C-41529E00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62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9B9DB4-F09C-45FC-BB76-B8E280A3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451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Agent / CLI 可双向通信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C9C87-69A4-475E-9AA2-FF031D37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62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4388A0-C317-4977-B988-1E7178D3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451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共享客户端缓存与恢复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E7B5C3-B725-4B82-947E-89ED65E1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62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6014C5-DA73-406B-B42C-99B3F037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451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基础 MCP 已映射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49DE9A-B0D9-4E7B-B1D9-01F550A0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33550"/>
            <a:ext cx="190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0B943F-79F4-40FF-86C8-0EF45DA1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669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下一阶段：AI 员工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DA4B73-8CB1-406F-8680-A2E3EF2E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574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身份、工作与责任可治理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80719F-2716-404A-81B1-4442A51A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8A73DB-3247-4DBF-8FCE-214ADCC0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451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进入群组、项目与组织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48D62F-255E-4C59-9AF7-8CEDD0E9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71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B8D196-F884-4064-94A3-7932409A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95700"/>
            <a:ext cx="451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可 @、可派单、可追踪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DA562D-AAF7-450B-962E-82F9AA72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2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27B8E1-F574-4D87-BFD6-B48BA4B0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51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模型与数据由客户选择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2C37B2-4776-4317-82AC-AD41B943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76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733691-3A28-4B6D-AD6A-11438660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00600"/>
            <a:ext cx="451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可停用、交接与接管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5F022B-5F65-499C-8882-2A3551B0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864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竞品也有成熟 Agent；TeamTalk 的机会是让客户拥有 AI 运行栈与协作上下文。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1B8173-38D8-4393-AB82-17E260CF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来源：厂商官网与 TeamTalk 仓库文档；核对于 2026-09-02</a:t>
            </a:r>
          </a:p>
        </p:txBody>
      </p:sp>
    </p:spTree>
    <p:extLst>
      <p:ext uri="{BB962C8B-B14F-4D97-AF65-F5344CB8AC3E}">
        <p14:creationId xmlns:p14="http://schemas.microsoft.com/office/powerpoint/2010/main" val="19354105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D1C1E2-B222-4102-A10B-42B3F443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TEAMTALK / ECOSYSTEM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51CDC-0D2B-4572-AFF7-DBE2A3F0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商业飞轮建立在采用率，而不是数据窥探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0ECCC-9D9E-4525-8ED2-5CF6ABA4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28B42-496F-454D-9621-15682975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958CC-98C2-4777-A40D-FC57B70B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2BAFD-02C6-420C-8ADE-A74C164D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16311-9DDC-4AA8-8A31-5D224D00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开放内核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7410C-7453-4B28-AE2B-A40E9838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零许可门槛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D1324-136C-407B-884B-2DA600A8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43175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5C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31955D-ACBA-4C95-A258-1C195A28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000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7C763-F536-4601-9014-15840416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47650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DA458-5562-42AA-A45D-DD4F9E58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8003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行业共创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977CD6-8EDC-40B0-8AA4-468F363F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4290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客户主动咨询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DE0E4E-4268-4435-A965-A4BC8401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43175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5C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68BA88-58E2-47B5-B57A-2B5A2E62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00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4EED3F-F923-4FAB-AC46-9E0563EE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E50EEA-F088-4B4C-AF54-A6614576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003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伙伴交付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E9C718-62F5-4321-88B4-C2D59B86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290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本地实施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832141-F8FF-43E8-B930-E0124F41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43175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5C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6DE4E3-F384-4E9F-8CA9-835D8E80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00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E266BE-4FE7-4155-A3E8-2799B43C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47650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7F2726-0723-42E5-8D2F-0FBFBFA6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03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0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应用 / AI 技能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E18092-1167-478F-9B31-C0C19EBA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290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标准化复用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7F2AA9-C16A-4C38-8C77-BF7647AC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543175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5C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FA8C81-5C4D-4A1A-A99C-4FC1F11A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00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E70A87-FFA0-4CAF-B8F4-9D82486A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7650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6E8D99-9AE1-4352-B7D6-C404AEEE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003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交易服务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A41F96-7875-4DB3-B9FA-F8F18093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290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客户主动选择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2FC1A3-159C-45A8-94C1-770D83E0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0"/>
            <a:ext cx="111252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2E6FC7-6775-4CE9-9488-A9DA74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我们被邀请坐到行业工作台旁，而不是坐在客户的数据管道里。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A3F9C6-0DE1-4783-9C10-1FF6A01D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来源：TeamTalk 商业与生态路径；核对于 2026-09-02</a:t>
            </a:r>
          </a:p>
        </p:txBody>
      </p:sp>
    </p:spTree>
    <p:extLst>
      <p:ext uri="{BB962C8B-B14F-4D97-AF65-F5344CB8AC3E}">
        <p14:creationId xmlns:p14="http://schemas.microsoft.com/office/powerpoint/2010/main" val="14530350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71D122-C7A4-4A4E-8F61-67299787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TEAMTALK / DECISION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B9C3A-87DD-4BB1-8474-FB9C61ED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用 2—4 周 POC，让证据替代口号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EA84D-A65A-414D-83E2-97BBCB25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BC413-A325-431D-A57D-165140C9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4FE90-8289-4019-90F8-A3326B78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BD10A5-CB5F-4306-BFEF-BBD13CF3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46D4A-0A9B-495E-81E7-7459A005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8F3C8-E175-451E-8A73-4AA97F04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部署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D5105-683F-4A6D-A0F1-B00A0C77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客户环境从空数据搭建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确认数据与附件边界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19E3D-9265-48A7-A649-B5B831FF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737E3E-0038-47BD-A5A0-C984B45D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38425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5C4C38-025C-44A0-B13D-FCC34AE3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4290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双端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A370A2-C063-4A4D-8995-6A74965B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03860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Desktop + Android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完成真实业务链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113CCE-3FDE-4420-A2C9-827E7742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322A05-AD8E-427C-8CB3-CD7C0E3F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38425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8F2130-EE9E-47DD-BF76-BB9D475C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290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深改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322340-AE38-47C0-ADD4-0DE5EFE4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3860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贯通一个行业对象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模型到 UI 全链验收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5CC8B7-67E5-4A6F-94B5-D3E03C38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653491-BD50-4B4F-98E7-6B824121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38425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BFB7B4-3A0E-46BE-A01F-41190850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4290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恢复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CFC54C-5D48-489D-92E0-65B9308A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03860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只隔离目标端点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验证缓存、重试与接手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E03821-9899-4DB3-A249-AC6582DA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8ED4DE-FFB2-4266-93A5-D7144202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1059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POC 不是证明 TeamTalk 全面获胜，而是确认拥有系统的价值是否大于自维护成本。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53E940-54F8-400B-8214-2E41E17A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962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96273"/>
                </a:solidFill>
                <a:latin typeface="PingFang SC"/>
                <a:ea typeface="PingFang SC"/>
                <a:cs typeface="PingFang SC"/>
              </a:rPr>
              <a:t>来源：TeamTalk 产品、架构与测试文档；核对于 2026-09-02</a:t>
            </a:r>
          </a:p>
        </p:txBody>
      </p:sp>
    </p:spTree>
    <p:extLst>
      <p:ext uri="{BB962C8B-B14F-4D97-AF65-F5344CB8AC3E}">
        <p14:creationId xmlns:p14="http://schemas.microsoft.com/office/powerpoint/2010/main" val="2812062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BE9951-BDE7-47E6-A041-239D3708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TEAMTALK /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A4A65-8702-4AFC-B9BB-2B343EC3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不是所有组织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都需要 TeamTalk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BBF68-9314-4B16-9948-45DEB5FD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7239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我们只服务那些：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‘拥有系统’本身就是业务价值的组织。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0166C-C351-426D-A848-C03D9F1A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2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3ED8D-F92C-446C-B691-0DA7136C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选择成熟套件，是购买今天已经完善的工作方式；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选择 TeamTalk，是投资一套可以长期拥有、改造和接手的协作系统。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734277-B35A-46B2-8A36-3CABBC08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295400"/>
            <a:ext cx="2628900" cy="41148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9A33B-779B-414F-9A67-3BCF8A47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954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诚实边界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0015C-CACF-4899-A3D9-3541721A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95550"/>
            <a:ext cx="19812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Apache-2.0 已确定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0.0.1 开发者预览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备份恢复待补齐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套件与 AI 仍在建设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0CCA08-E376-4F29-910F-EA13448D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8293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完整长文：doc/02-product/why-teamtalk.md</a:t>
            </a:r>
          </a:p>
        </p:txBody>
      </p:sp>
    </p:spTree>
    <p:extLst>
      <p:ext uri="{BB962C8B-B14F-4D97-AF65-F5344CB8AC3E}">
        <p14:creationId xmlns:p14="http://schemas.microsoft.com/office/powerpoint/2010/main" val="15089925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2026-09-08T02:39:46.2020000Z</dcterms:created>
  <dcterms:modified xsi:type="dcterms:W3CDTF">2026-09-08T02:39:46.2020000Z</dcterms:modified>
</coreProperties>
</file>